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3" autoAdjust="0"/>
    <p:restoredTop sz="94660"/>
  </p:normalViewPr>
  <p:slideViewPr>
    <p:cSldViewPr snapToGrid="0">
      <p:cViewPr varScale="1">
        <p:scale>
          <a:sx n="89" d="100"/>
          <a:sy n="89" d="100"/>
        </p:scale>
        <p:origin x="2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79CF83-5F90-C0BB-6B97-13E2CEF2C2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1487" y="1152051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5319C4-AA7B-BA42-AE64-E8658223B3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1487" y="3631726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74589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FF3CB6-7AB4-C273-90E2-FFF3F7BF3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BD9274-1278-A89D-4331-F38FB7A9A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965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C1FAEB-8373-9D26-08AE-001507CAA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85" y="1644424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49FE4C-0EF7-C5E9-0C48-6AA045EF3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5585" y="4524149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4194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8EDBB-8859-5A46-6697-502A168D8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811" y="330387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BE330B-481E-E9C5-10E4-83C95C2415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3811" y="1813750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35CD27C-CA96-FB91-6540-C0BAFF232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37811" y="1813750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881523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A1E5BE-9181-3950-5A2A-C124C95B3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061" y="406689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7446B2-5EBA-5D7D-145F-55A8082D2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6061" y="172272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3A2B44D-CF5F-16E0-6538-057B9586C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3835" y="2546639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4A7A09B-5879-39C9-F931-17FDCA62EF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96247" y="172272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B92A673-253A-C053-75EB-59C4E7FAE4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96247" y="2546639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85038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167DF6-1804-E405-66D8-677F37629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05786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9548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251087-FF5F-7BAC-63F7-6F4B5E8D6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96" y="461962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65107F-8F34-3074-775A-D600718A2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796" y="99218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C1B11CE-4A73-2A08-06C5-93C643F18F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0396" y="206216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011484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948E49-78EB-FD44-6E32-FA1EECBF7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23" y="552203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 dirty="0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7494E32-A45E-7643-CE63-514D2C3520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36923" y="1082428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65CBEF2-1D6A-8464-2591-B3992339A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93523" y="2152403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659663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E07A11-E3EE-D1F0-E914-A3BFBEF4D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1731C0-A0F0-8837-5D0F-5936332E6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15616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E5D0E43-B834-7A68-06CA-67B52416CB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214261" y="335437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63CEBF4-2997-45E2-46F9-BB671E8CAB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27561" y="335437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609150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2A8191F-3844-C681-56AE-63881C8D5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683" y="3660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EC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43ABE7A-F8A5-26F6-51E2-8B15125C3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683" y="18265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CB7BE1E-5B0B-113A-1810-F434F97B1D2C}"/>
              </a:ext>
            </a:extLst>
          </p:cNvPr>
          <p:cNvSpPr/>
          <p:nvPr/>
        </p:nvSpPr>
        <p:spPr>
          <a:xfrm rot="5400000">
            <a:off x="8208967" y="2880956"/>
            <a:ext cx="6850570" cy="110351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8" name="Imagen 7" descr="Icono&#10;&#10;Descripción generada automáticamente">
            <a:extLst>
              <a:ext uri="{FF2B5EF4-FFF2-40B4-BE49-F238E27FC236}">
                <a16:creationId xmlns:a16="http://schemas.microsoft.com/office/drawing/2014/main" id="{C9664EF0-C33D-4C52-BD23-2120BE13DB2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482" y="6101143"/>
            <a:ext cx="1103518" cy="621220"/>
          </a:xfrm>
          <a:prstGeom prst="rect">
            <a:avLst/>
          </a:prstGeom>
        </p:spPr>
      </p:pic>
      <p:pic>
        <p:nvPicPr>
          <p:cNvPr id="9" name="Imagen 8" descr="Forma&#10;&#10;Descripción generada automáticamente con confianza media">
            <a:extLst>
              <a:ext uri="{FF2B5EF4-FFF2-40B4-BE49-F238E27FC236}">
                <a16:creationId xmlns:a16="http://schemas.microsoft.com/office/drawing/2014/main" id="{3C2E9F8D-AD90-9F53-A996-4D62E7194277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269"/>
          <a:stretch/>
        </p:blipFill>
        <p:spPr>
          <a:xfrm>
            <a:off x="8754723" y="6243826"/>
            <a:ext cx="2363447" cy="478537"/>
          </a:xfrm>
          <a:prstGeom prst="rect">
            <a:avLst/>
          </a:prstGeom>
        </p:spPr>
      </p:pic>
      <p:pic>
        <p:nvPicPr>
          <p:cNvPr id="10" name="Imagen 9" descr="Imagen que contiene Forma&#10;&#10;Descripción generada automáticamente">
            <a:extLst>
              <a:ext uri="{FF2B5EF4-FFF2-40B4-BE49-F238E27FC236}">
                <a16:creationId xmlns:a16="http://schemas.microsoft.com/office/drawing/2014/main" id="{8E29D277-606B-DBEA-1A07-CE4DA98AAE40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949" t="35419" r="46009" b="28836"/>
          <a:stretch/>
        </p:blipFill>
        <p:spPr>
          <a:xfrm>
            <a:off x="10940616" y="0"/>
            <a:ext cx="1245395" cy="95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843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9F0A2D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FD181-BAEF-2815-8A19-AA803E4627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TEMA</a:t>
            </a:r>
            <a:endParaRPr lang="es-EC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7634D1-CC6C-EB77-E456-8DD62209B8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INTEGRANTES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763878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1DC055-B64A-6DAE-BD88-E9B3092BF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DEFINICIÓN PROBLEMA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726766-7739-7AE5-58AA-28A3AA558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848078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1DC055-B64A-6DAE-BD88-E9B3092BF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ANÁLISIS DE POSIBLES SOLUCIONES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726766-7739-7AE5-58AA-28A3AA558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462740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1DC055-B64A-6DAE-BD88-E9B3092BF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ALCANCE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726766-7739-7AE5-58AA-28A3AA558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675758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1DC055-B64A-6DAE-BD88-E9B3092BF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JUSTIFICACIÓN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726766-7739-7AE5-58AA-28A3AA558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54878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1DC055-B64A-6DAE-BD88-E9B3092BF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OBJETIVOS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726766-7739-7AE5-58AA-28A3AA558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dirty="0"/>
              <a:t>GENERALES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E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E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E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dirty="0"/>
              <a:t>ESPECÍFICOS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059827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1DC055-B64A-6DAE-BD88-E9B3092BF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BIBLIOGRAFÍA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726766-7739-7AE5-58AA-28A3AA558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7718996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rmato Power Point" id="{225AF219-6F41-4898-B3D6-AB74D29BAF11}" vid="{EB8042F2-9681-4868-AA9D-86BC235D0A9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Formato Power Point</Template>
  <TotalTime>4</TotalTime>
  <Words>14</Words>
  <Application>Microsoft Office PowerPoint</Application>
  <PresentationFormat>Panorámica</PresentationFormat>
  <Paragraphs>13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Tema1</vt:lpstr>
      <vt:lpstr>TEMA</vt:lpstr>
      <vt:lpstr>DEFINICIÓN PROBLEMA</vt:lpstr>
      <vt:lpstr>ANÁLISIS DE POSIBLES SOLUCIONES</vt:lpstr>
      <vt:lpstr>ALCANCE</vt:lpstr>
      <vt:lpstr>JUSTIFICACIÓN</vt:lpstr>
      <vt:lpstr>OBJETIVOS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</dc:title>
  <dc:creator>Iván Ortiz G.</dc:creator>
  <cp:lastModifiedBy>Ivan Patricio Ortiz Garces</cp:lastModifiedBy>
  <cp:revision>1</cp:revision>
  <dcterms:created xsi:type="dcterms:W3CDTF">2023-07-20T20:36:55Z</dcterms:created>
  <dcterms:modified xsi:type="dcterms:W3CDTF">2023-07-20T20:41:32Z</dcterms:modified>
</cp:coreProperties>
</file>